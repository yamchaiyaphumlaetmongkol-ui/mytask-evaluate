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2E7D32">
              <a:alpha val="40000"/>
            </a:srgbClr>
          </a:solidFill>
          <a:ln w="12700">
            <a:solidFill>
              <a:srgbClr val="2E7D32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457200"/>
            <a:ext cx="2560320" cy="2560320"/>
          </a:xfrm>
          <a:prstGeom prst="ellipse">
            <a:avLst/>
          </a:prstGeom>
          <a:solidFill>
            <a:srgbClr val="388E3C">
              <a:alpha val="50000"/>
            </a:srgbClr>
          </a:solidFill>
          <a:ln w="12700">
            <a:solidFill>
              <a:srgbClr val="388E3C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80" y="4114800"/>
            <a:ext cx="457200" cy="457200"/>
          </a:xfrm>
          <a:prstGeom prst="ellipse">
            <a:avLst/>
          </a:prstGeom>
          <a:solidFill>
            <a:srgbClr val="388E3C">
              <a:alpha val="60000"/>
            </a:srgbClr>
          </a:solidFill>
          <a:ln w="12700">
            <a:solidFill>
              <a:srgbClr val="388E3C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4480560"/>
            <a:ext cx="274320" cy="274320"/>
          </a:xfrm>
          <a:prstGeom prst="ellipse">
            <a:avLst/>
          </a:prstGeom>
          <a:solidFill>
            <a:srgbClr val="388E3C">
              <a:alpha val="50000"/>
            </a:srgbClr>
          </a:solidFill>
          <a:ln w="12700">
            <a:solidFill>
              <a:srgbClr val="388E3C">
                <a:alpha val="5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MyPerformanceV2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ระบบประเมินผลงาน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4114800" cy="36576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จัดทำโดย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นายเลิศมงคล ยามชัยภูมิ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ทีม 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ทีมพี่ภัค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 ·  PostgreSQL  ·  Vercel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สารบัญ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63040"/>
            <a:ext cx="594360" cy="59436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98448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ภาพรวมระบบ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98448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เป้าหมาย / โมดูล / ผู้ใช้งาน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28016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83480" y="1463040"/>
            <a:ext cx="594360" cy="59436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83480" y="1463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687568" y="137160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การติดตั้ง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687568" y="17830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· Database · .env.local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697480"/>
            <a:ext cx="594360" cy="59436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98448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 Deploy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298448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Vercel + Environment Variables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846320" y="251460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2697480"/>
            <a:ext cx="594360" cy="59436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2697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687568" y="26060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การใช้งาน PM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687568" y="301752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จัดการพนักงาน / Role / ตำแหน่ง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74904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94360" y="3931920"/>
            <a:ext cx="594360" cy="59436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298448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การใช้งาน PE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298448" y="4251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แบบประเมิน / รอบประเมิน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46320" y="3749040"/>
            <a:ext cx="40233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83480" y="3931920"/>
            <a:ext cx="594360" cy="594360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83480" y="39319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687568" y="38404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การใช้งาน ESS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687568" y="4251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ประเมินตนเอง / ติดตาม / ผู้จัดการ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·  ภาพรวมระบบ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35661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PM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จัดการพนักงาน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2670048"/>
            <a:ext cx="137160" cy="13716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615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ข้อมูลพนักงาน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3118104"/>
            <a:ext cx="137160" cy="13716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บทบาท (Role)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566160"/>
            <a:ext cx="137160" cy="13716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5112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ตำแหน่งงาน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014216"/>
            <a:ext cx="137160" cy="13716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959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รหัสผ่านผู้ใช้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18688" y="1188720"/>
            <a:ext cx="2651760" cy="35661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55848" y="13258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55848" y="1325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310128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จัดการแบบประเมิน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447288" y="2670048"/>
            <a:ext cx="137160" cy="13716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2615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 Template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447288" y="3118104"/>
            <a:ext cx="137160" cy="13716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0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กำหนดรอบประเมิน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447288" y="3566160"/>
            <a:ext cx="137160" cy="13716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0" y="35112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สัดส่วนคะแนน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447288" y="4014216"/>
            <a:ext cx="137160" cy="13716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0" y="3959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เกณฑ์เกรด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071616" y="1188720"/>
            <a:ext cx="2651760" cy="356616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208776" y="1325880"/>
            <a:ext cx="2377440" cy="685800"/>
          </a:xfrm>
          <a:prstGeom prst="roundRect">
            <a:avLst>
              <a:gd name="adj" fmla="val 13333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08776" y="1325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163056" y="21031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บริการตนเองพนักงาน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300216" y="2670048"/>
            <a:ext cx="137160" cy="13716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10528" y="26151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ประเมินตนเอง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300216" y="3118104"/>
            <a:ext cx="137160" cy="13716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0528" y="30632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ติดตามสถานะ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300216" y="3566160"/>
            <a:ext cx="137160" cy="13716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10528" y="351129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ผู้จัดการให้คะแนน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00216" y="4014216"/>
            <a:ext cx="137160" cy="13716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0528" y="39593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ดูผลการประเมิน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365760" y="480060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ผู้ใช้งาน:  Admin — จัดการระบบทั้งหมด   |   User (พนักงาน) — ประเมินตนเองและดูผล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·  การติดตั้งระบบ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98448"/>
            <a:ext cx="566928" cy="56692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984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35024" y="1243584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Clone Repository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977640" y="1280160"/>
            <a:ext cx="4572000" cy="594360"/>
          </a:xfrm>
          <a:prstGeom prst="roundRect">
            <a:avLst>
              <a:gd name="adj" fmla="val 10769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1280160"/>
            <a:ext cx="44348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&lt;repo-url&gt;  &amp;&amp;  npm install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121408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231136"/>
            <a:ext cx="566928" cy="56692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2311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335024" y="217627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ตั้งค่า .env.local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977640" y="2212848"/>
            <a:ext cx="4572000" cy="594360"/>
          </a:xfrm>
          <a:prstGeom prst="roundRect">
            <a:avLst>
              <a:gd name="adj" fmla="val 10769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212848"/>
            <a:ext cx="44348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 · SESSION_SECRET · CLICKUP_API_TOKEN · CLICKUP_TEAM_ID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054096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63824"/>
            <a:ext cx="566928" cy="56692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1638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35024" y="31089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ติดตั้งฐานข้อมูล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3977640" y="3145536"/>
            <a:ext cx="4572000" cy="594360"/>
          </a:xfrm>
          <a:prstGeom prst="roundRect">
            <a:avLst>
              <a:gd name="adj" fmla="val 10769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69080" y="3145536"/>
            <a:ext cx="44348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psql "$DATABASE_URL" -f script/sql/install_fresh.sql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986784"/>
            <a:ext cx="8229600" cy="804672"/>
          </a:xfrm>
          <a:prstGeom prst="roundRect">
            <a:avLst>
              <a:gd name="adj" fmla="val 11364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096512"/>
            <a:ext cx="566928" cy="566928"/>
          </a:xfrm>
          <a:prstGeom prst="ellipse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096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335024" y="4041648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รัน Dev Server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3977640" y="4078224"/>
            <a:ext cx="4572000" cy="594360"/>
          </a:xfrm>
          <a:prstGeom prst="roundRect">
            <a:avLst>
              <a:gd name="adj" fmla="val 10769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69080" y="4078224"/>
            <a:ext cx="4434840" cy="5943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dev  →  http://localhost:3000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800600"/>
            <a:ext cx="8229600" cy="292608"/>
          </a:xfrm>
          <a:prstGeom prst="roundRect">
            <a:avLst>
              <a:gd name="adj" fmla="val 18750"/>
            </a:avLst>
          </a:prstGeom>
          <a:solidFill>
            <a:srgbClr val="FFF8E1"/>
          </a:solidFill>
          <a:ln w="12700">
            <a:solidFill>
              <a:srgbClr val="FFE0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48006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 บัญชี admin จะถูกสร้างอัตโนมัติเมื่อ login ครั้งแรก  |  username: admin  |  password: Admin1234*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การ Deploy บน Vercel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62456"/>
            <a:ext cx="411480" cy="4114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624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69848" y="1234440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Push โค้ดขึ้น GitHub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039112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167128"/>
            <a:ext cx="411480" cy="4114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69848" y="2039112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เปิด vercel.com → New Project → Import Repository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2843784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971800"/>
            <a:ext cx="411480" cy="4114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971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" y="2843784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Environment Variables → เพิ่ม 4 ค่า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648456"/>
            <a:ext cx="512064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76472"/>
            <a:ext cx="411480" cy="411480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76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3648456"/>
            <a:ext cx="4297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คลิก Deploy — ระบบจะรัน prisma generate &amp;&amp; next build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0" y="1188720"/>
            <a:ext cx="3108960" cy="36118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806440" y="12618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Variables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833872" y="1719072"/>
            <a:ext cx="2788920" cy="530352"/>
          </a:xfrm>
          <a:prstGeom prst="roundRect">
            <a:avLst>
              <a:gd name="adj" fmla="val 12069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25312" y="1719072"/>
            <a:ext cx="26060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DATABASE_URL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33872" y="2377440"/>
            <a:ext cx="2788920" cy="530352"/>
          </a:xfrm>
          <a:prstGeom prst="roundRect">
            <a:avLst>
              <a:gd name="adj" fmla="val 12069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25312" y="2377440"/>
            <a:ext cx="26060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SESSION_SECRET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33872" y="3035808"/>
            <a:ext cx="2788920" cy="530352"/>
          </a:xfrm>
          <a:prstGeom prst="roundRect">
            <a:avLst>
              <a:gd name="adj" fmla="val 12069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3035808"/>
            <a:ext cx="26060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CLICKUP_API_TOKEN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833872" y="3694176"/>
            <a:ext cx="2788920" cy="530352"/>
          </a:xfrm>
          <a:prstGeom prst="roundRect">
            <a:avLst>
              <a:gd name="adj" fmla="val 12069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25312" y="3694176"/>
            <a:ext cx="2606040" cy="5303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CLICKUP_TEAM_ID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·  โมดูล PM — จัดการพนักงาน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เพิ่มข้อมูลพนักงาน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834640" y="1325880"/>
            <a:ext cx="13716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/pm/pmms01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874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เพิ่ม / แก้ไข / ลบข้อมูลพนักงาน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Sync ข้อมูลจาก ClickUp อัตโนมัติ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937760" y="132588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325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บทบาทพนักงาน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69480" y="1325880"/>
            <a:ext cx="13716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/pm/pmms02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จัดการ Role ระดับ R01-R04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กำหนดลำดับสายบังคับบัญชา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97180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10896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ตำแหน่งงาน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83464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/pm/pmms03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จัดการตำแหน่ง P01-P04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คำอธิบายและสถานะ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800600" y="2971800"/>
            <a:ext cx="411480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37760" y="310896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จัดการรหัสผ่าน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6948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88E3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/admin/user-passwords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983480" y="3657600"/>
            <a:ext cx="3749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Reset รหัสผ่านพนักงาน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รหัสเริ่มต้น: P@ssword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  ·  โมดูล PE — แบบประเมิน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225296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Template Master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36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สร้างโครงสร้างคำถาม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847088"/>
            <a:ext cx="36576" cy="237744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2084832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121408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Head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243230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หัวข้อ + สัดส่วน (%)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377440" y="2743200"/>
            <a:ext cx="36576" cy="237744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980944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017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Master Sub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02920" y="332841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หัวข้อย่อย + เกณฑ์เกรด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377440" y="3639312"/>
            <a:ext cx="36576" cy="237744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877056"/>
            <a:ext cx="4114800" cy="658368"/>
          </a:xfrm>
          <a:prstGeom prst="roundRect">
            <a:avLst>
              <a:gd name="adj" fmla="val 13889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02920" y="391363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Round (รอบประเมิน)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422452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5D6A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ปี / ครึ่งปี / วันที่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937760" y="1188720"/>
            <a:ext cx="3840480" cy="3520440"/>
          </a:xfrm>
          <a:prstGeom prst="roundRect">
            <a:avLst>
              <a:gd name="adj" fmla="val 3117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2064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5E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คุณสมบัติการประเมิน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5166360" y="1828800"/>
            <a:ext cx="164592" cy="164592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40680" y="177393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กำหนดสัดส่วนคะแนนแต่ละหัวข้อ (%)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166360" y="2331720"/>
            <a:ext cx="164592" cy="164592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227685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คะแนนต่ำสุด – สูงสุด ต่อหัวข้อย่อย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66360" y="2834640"/>
            <a:ext cx="164592" cy="164592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40680" y="27797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เกณฑ์เกรด A / B / C / D / E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166360" y="3337560"/>
            <a:ext cx="164592" cy="164592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328269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 Assessment + Manager Assessment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166360" y="3840480"/>
            <a:ext cx="164592" cy="164592"/>
          </a:xfrm>
          <a:prstGeom prst="ellipse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378561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ผลลัพธ์รวมคะแนนอัตโนมัติ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120640" y="44348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เมนู: /pe/pems01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9FB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  ·  โมดูล ESS — บริการตนเองพนักงาน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8872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298448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/ess/esspets01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29768" y="178308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ค้นหาแบบประเมินตนเอง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2487168"/>
            <a:ext cx="1783080" cy="292608"/>
          </a:xfrm>
          <a:prstGeom prst="roundRect">
            <a:avLst>
              <a:gd name="adj" fmla="val 31250"/>
            </a:avLst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4871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พนักงานทุกคน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กรอก Self Assessment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แสดงสถานะ / ส่งแบบประเมิน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27832" y="118872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298448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64992" y="129844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/ess/esspets03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37560" y="178308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ติดตามสถานะการประเมิน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85032" y="2487168"/>
            <a:ext cx="1783080" cy="292608"/>
          </a:xfrm>
          <a:prstGeom prst="roundRect">
            <a:avLst>
              <a:gd name="adj" fmla="val 31250"/>
            </a:avLst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85032" y="24871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พนักงานทุกคน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64992" y="2880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ดูสถานะการส่งแบบประเมิน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ประวัติรอบที่ผ่านมา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35624" y="1188720"/>
            <a:ext cx="2697480" cy="356616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45352" y="1298448"/>
            <a:ext cx="2487168" cy="384048"/>
          </a:xfrm>
          <a:prstGeom prst="roundRect">
            <a:avLst>
              <a:gd name="adj" fmla="val 19048"/>
            </a:avLst>
          </a:prstGeom>
          <a:solidFill>
            <a:srgbClr val="E8F5E9"/>
          </a:solidFill>
          <a:ln w="12700">
            <a:solidFill>
              <a:srgbClr val="C8E6C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72784" y="1298448"/>
            <a:ext cx="24505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5E2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/ess/esspets04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45352" y="1783080"/>
            <a:ext cx="24871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1212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ค้นหาแบบประเมินพนักงาน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92824" y="2487168"/>
            <a:ext cx="1783080" cy="292608"/>
          </a:xfrm>
          <a:prstGeom prst="roundRect">
            <a:avLst>
              <a:gd name="adj" fmla="val 31250"/>
            </a:avLst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592824" y="2487168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ผู้จัดการ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272784" y="2880360"/>
            <a:ext cx="2423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Manager Assessment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6161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ให้คะแนนพนักงานในสังกัด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0040" y="4773168"/>
            <a:ext cx="8503920" cy="329184"/>
          </a:xfrm>
          <a:prstGeom prst="roundRect">
            <a:avLst>
              <a:gd name="adj" fmla="val 16667"/>
            </a:avLst>
          </a:prstGeom>
          <a:solidFill>
            <a:srgbClr val="FFF3E0"/>
          </a:solidFill>
          <a:ln w="12700">
            <a:solidFill>
              <a:srgbClr val="FFCC0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773168"/>
            <a:ext cx="8366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ครั้งแรก: username = ClickUp Email  |  password = P@ssword  →  ระบบบังคับเปลี่ยนรหัสผ่าน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5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2E7D32">
              <a:alpha val="30000"/>
            </a:srgbClr>
          </a:solidFill>
          <a:ln w="12700">
            <a:solidFill>
              <a:srgbClr val="2E7D32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388E3C">
              <a:alpha val="40000"/>
            </a:srgbClr>
          </a:solidFill>
          <a:ln w="12700">
            <a:solidFill>
              <a:srgbClr val="388E3C">
                <a:alpha val="4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097280"/>
            <a:ext cx="7315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ขอบคุณ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914400" y="2377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i="1" dirty="0">
                <a:solidFill>
                  <a:srgbClr val="A5D6A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2743200" y="3108960"/>
            <a:ext cx="3657600" cy="36576"/>
          </a:xfrm>
          <a:prstGeom prst="rect">
            <a:avLst/>
          </a:prstGeom>
          <a:solidFill>
            <a:srgbClr val="388E3C"/>
          </a:solidFill>
          <a:ln w="12700">
            <a:solidFill>
              <a:srgbClr val="388E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2918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MyPerformanceV2 — ระบบประเมินผลงาน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C8E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จัดทำโดย นายเลิศมงคล ยามชัยภูมิ  ·  ทีมพี่ภัค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144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1C7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 ·  PostgreSQL (Neon)  ·  Prisma  ·  Vercel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MyPerformanceV2 — ระบบประเมินผลงาน</dc:title>
  <dc:subject>PptxGenJS Presentation</dc:subject>
  <dc:creator>นายเลิศมงคล ยามชัยภูมิ</dc:creator>
  <cp:lastModifiedBy>นายเลิศมงคล ยามชัยภูมิ</cp:lastModifiedBy>
  <cp:revision>1</cp:revision>
  <dcterms:created xsi:type="dcterms:W3CDTF">2026-06-10T09:39:37Z</dcterms:created>
  <dcterms:modified xsi:type="dcterms:W3CDTF">2026-06-10T09:39:37Z</dcterms:modified>
</cp:coreProperties>
</file>